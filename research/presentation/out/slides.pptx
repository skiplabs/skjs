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9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6" name="Shape 9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deck summarises research/promise-normalization.md and research/promise-coverage-audit.md. Nothing in it is implemented; laws are argued, not mechanized.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two trusted contracts bound the non-promise side to primitives, on which resolution never calls then. That keeps them sound but rules out any generic forwarder.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Resolution follows ECMA-262, which looks up then only on objects; a thenable's then runs in a later job. A Promise may also reject or stay pending. N includes primitives, readonly arrays, and records whose type rules out then for their lifetime.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0" name="Shape 1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Cases: null or undefined gives itself; an object type declaring then whose first parameter is a function (value: V, ...) gives Awaited of V; a non-function first parameter gives never; every other type gives itself.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" name="Shape 1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Example 1 is width subtyping: Awaited of a type with no declared then is the type itself, but the runtime value carries one. Example 2 breaks Awaited&lt;Awaited&lt;T&gt;&gt; = Awaited&lt;T&gt;: a value resolution already produced resolves the promise again with a different result.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Observed with Node. await, Promise.resolve and Promise.all read the native promise's fulfillment value once. Async return, then, catch, finally and the executor's resolver resolve a fresh promise with that value, which calls a then the object acquired after the original promise fulfilled.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2" name="Shape 1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Prim is the set of primitives. The record arm needs a lifetime read contract for then, or its absence. Ordinary arrays own no then and have stable prototypes without one. Await reads a native promise's payload once, so any payload is safe, and a value in N is never thenable, so awaiting it yields itself. Promise.resolve keeps an existing native promise through its constructor identity path, so it admits any payload.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6" name="Shape 12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meaning of a qualified scheme in codex's semantics (descriptorDomain in ResolutionDescriptors.lean): the scheme's reassignments are restricted to coherent descriptor tuples. A call supplies one such tuple, a descriptor. The relations are fixed outside the recursive type graph.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0" name="Shape 13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These are the inductive relations Resolves and Observes in ResolutionCapabilities.lean. A type with no derivation, such as an open record, has no descriptor, so a generic instantiation at it is refused.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13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4" name="Shape 13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Derived from the classification rules on the previous slide. The open record is exactly where TypeScript's Awaited is unsound; PromiseLike needs a rule for typed thenables, which neither design has.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8" name="Shape 1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Status as the implementation reports it, not yet committed. The associated-result case verifies end to end. The generic wrap with return await still waits for await and return inside generic bodies. All refused programs are refused; eight negative cases are refused earlier than their intended obligation or with a different message, which the remaining work settles.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2" name="Shape 14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Before: skjs-coverage.json on verification/graph-core. The array unit verifies in the implementation's stable-await case. A full census rerun follows the commit.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6" name="Shape 1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non-uniqueness comes from the narrow rule: number is below number | string, which resolves to itself. Only programs that need Awaited&lt;T&gt; to be at most a specific type are affected. The further rules are described in research/promise-coverage-audit.md.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9600" y="92074"/>
            <a:ext cx="1097280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1" descr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1" descr="Pictur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