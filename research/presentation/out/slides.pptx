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Shape 9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6" name="Shape 9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This deck accompanies the promise-resolution pull request and summarises research/promise-normalization.md and research/promise-coverage-audit.md. The native contracts and the generic descriptors are implemented and checked in Lean; the generic forms not yet supported are recorded as gaps.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2" name="Shape 10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 two trusted contracts bound the non-promise side to primitives, on which resolution never calls then. That keeps them sound but rules out any generic forwarder.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10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6" name="Shape 10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Resolution follows ECMA-262, which looks up then only on objects; a thenable's then runs in a later job. A Promise may also reject or stay pending. N includes primitives, readonly arrays, and records whose type rules out then for their lifetime.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10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0" name="Shape 11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Cases: null or undefined gives itself; an object type declaring then whose first parameter is a function (value: V, ...) gives Awaited of V; a non-function first parameter gives never; every other type gives itself.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4" name="Shape 11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Example 1 is width subtyping: Awaited of a type with no declared then is the type itself, but the runtime value carries one. Example 2 breaks Awaited&lt;Awaited&lt;T&gt;&gt; = Awaited&lt;T&gt;: a value resolution already produced resolves the promise again with a different result.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Shape 11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8" name="Shape 11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Observed with Node. await, Promise.resolve and Promise.all read the native promise's fulfillment value once. Async return, then, catch, finally and the executor's resolver resolve a fresh promise with that value, which calls a then the object acquired after the original promise fulfilled.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hape 12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22" name="Shape 12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Prim is the set of primitives. The record arm needs a lifetime read contract for then, or its absence. Ordinary arrays own no then and have stable prototypes without one. Await reads a native promise's payload once, so any payload is safe, and a value in N is never thenable, so awaiting it yields itself. Promise.resolve keeps an existing native promise through its constructor identity path, so it admits any payload.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12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26" name="Shape 12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Awaitable and Resolvable are the verifier's own declarations, both unknown as types, in tools/resolvable.d.ts; the parser recognizes each by its declaration. Every resolvable type is awaitable. %PromiseResolve% : ∀X : Awaitable. (X) ⇒ Promise&lt;X.Observed&gt;. The implied-bounds rules are stated in SOURCE-CONTRACTS.md, section Implied bounds.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Shape 12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0" name="Shape 13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These are the inductive relations Observes and Resolves in ResolutionCapabilities.lean; the exactness lemmas are Observes.exact and Resolves.exact. A native promise is observable at any payload; its result needs the payload's result. A type with no classification, such as an open record, makes a call that needs its result refused.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4" name="Shape 13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Derived from the classification rules on the previous slide. The open record is exactly where TypeScript's Awaited is unsound; Awaiting a PromiseLike would adopt its then, which this design refuses on principle.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13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8" name="Shape 13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Each program is a pipeline case. The open record, the erasure and the 42 case are negative cases refused at their own obligations. The five gaps are refused before their intended check: generic function types, an ambient Awaited&lt;T&gt;, mutable associated-result storage and an unknown generic result.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Shape 14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2" name="Shape 14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Both censuses are full runs with SKJS confirmation. Thenable adoption: awaiting a PromiseLike, or returning a fresh object from an async function, makes JavaScript call a then the type does not describe. keyof Promise&lt;number&gt; contains a unique symbol.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hape 14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6" name="Shape 14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 higher-order gaps are generic-promise-result-widening and invalid-generic-promise-erasure. The further rules are described in research/promise-coverage-audit.md.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9600" y="92074"/>
            <a:ext cx="1097280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